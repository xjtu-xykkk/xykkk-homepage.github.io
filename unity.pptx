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41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E48B5E-16A3-ECB5-B1A1-08FBE05F7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FFC5B8A-9F43-E62D-379F-11308BD0CA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FEBD3A6-9677-075D-21A6-91EED10BB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B37C37-6476-CFC2-FDF6-6B39F8D05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0F61EE-BB87-F999-6A43-6BF1AA67A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3493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BBEF39-7B12-BD69-600D-C0954E089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358D53-103D-9080-5029-273F3A43E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CF7DB47-E7FA-8DBF-3F4F-3EEAC947F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E8FDC4-C599-B8D2-5B1E-12BAD696C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448991E-4392-6B3A-E374-20AD51D72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6072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692E21-5AF6-0EAF-D6A4-33FFA07A6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D8C563-1CDA-D459-F0B1-DE2EDF262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722DEDF-38FE-1EA5-2D2B-F0C261475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22CD58D-5D11-3183-C52C-09F74857B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1320FD5-2F7B-CC3A-DE0F-5AA329F62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7939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D00E05-8428-54D7-F00C-1804A88A8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FD5A5EE-819B-88E8-0609-65CB69B545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1F7C303-D49D-C1F2-5CCE-3BA80157D2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3B24722-4CEC-2E42-A3F2-C52C3D568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465B307-92C5-D3AB-87E9-FB4B5E799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349897F-F45B-4E19-2F01-782B24730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6778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F6BBB0-65B5-D747-EA33-CC67D2852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8F21F9A-B952-9FFE-220A-E23B33528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C5E66E6-C3EB-0290-6055-FE80E5AB77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102538B-3C9B-9E46-9540-E56F36B00A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F882103-CA8F-B660-0840-F53EACE31A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A3A64B8-580C-ABE9-9C6E-5133C4DDF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E71C463-72CA-D6E7-6D7C-248ADD6AE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4CEBE23-2B25-F1CB-56BA-7626EFED4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7280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85B7CD-2FC0-DDA2-1269-D717F0D05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A6DF5B5-1918-71F1-5737-A3EB0964B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990C5FC-8235-2420-2179-C5719D230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B81B5BB-2E50-9E5B-A9A5-CA50E855A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24890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F063B85-645E-E730-78DD-9FD23CC99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F09F268-C688-D909-0795-50682E435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8E4D9EB-5760-D17D-B61D-87DA23EA2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5049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78A9A7-1178-521C-7FD1-BAE593070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C4E703D-E789-196E-1FEE-B350C9FF47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5F23E13-B3B7-DC3C-1BF3-24E4AC648A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D56AC69-F646-8E70-D745-B423865AE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B55CFE-A0D7-B34B-CB67-76D830D1F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631A4D5-3BB1-8CE2-B94D-A38019318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241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760FDE-3000-E774-913C-6FDEE7C2A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D324A67-36AA-B7CC-7CA8-060229B819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91E3A71-6137-4656-4D8A-A3F9BC82FF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252D609-D0FD-42E0-F109-3BF87429C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733C12E-9AFB-D021-D9B2-716D711BF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573C107-DEC1-49A0-A3A4-448412034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6927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EC126A-16FC-542B-7925-7331EC8D5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A15F019-A93A-49F5-D5A6-1D9B0EDEC3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D558F-043F-2294-A1E7-854BF0751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BA92B4-8C54-990F-59F3-8A8A541FB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1C24143-121E-045A-C038-BD9C027EF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294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16BE51B-49E3-F027-1F3D-57E30B3748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0048491-2A24-1BB4-1AAB-8A922A35BD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3A50639-ADBF-796A-39DE-C187B56A9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1602F3-9078-B99D-800C-D2BD40989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EA0EB18-FEE7-D912-E987-E8F6400BC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7540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11786B9-66C4-B566-73EF-389C3DF71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307835-696B-C57F-50A6-BC829F4A4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7C6A68-D3E4-2B2F-A408-A4CEB49D8C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20EEE-AE42-4867-827B-ECB45CBCEFA4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04A755A-3FD5-B583-C387-0E4085EE89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B873E20-1973-321F-833B-1170E44715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9A437E-D245-4BEE-91EB-5AC0697CEF0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4061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5E863502-14B4-E5FF-3631-69EFEB50D153}"/>
              </a:ext>
            </a:extLst>
          </p:cNvPr>
          <p:cNvPicPr>
            <a:picLocks/>
          </p:cNvPicPr>
          <p:nvPr/>
        </p:nvPicPr>
        <p:blipFill>
          <a:blip r:embed="rId2"/>
          <a:srcRect l="32247" t="42135"/>
          <a:stretch>
            <a:fillRect/>
          </a:stretch>
        </p:blipFill>
        <p:spPr>
          <a:xfrm>
            <a:off x="6620047" y="1670719"/>
            <a:ext cx="1685109" cy="904240"/>
          </a:xfrm>
          <a:prstGeom prst="round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C9223ABD-EF02-B3F7-2B04-48129A8AE3C4}"/>
              </a:ext>
            </a:extLst>
          </p:cNvPr>
          <p:cNvPicPr>
            <a:picLocks/>
          </p:cNvPicPr>
          <p:nvPr/>
        </p:nvPicPr>
        <p:blipFill>
          <a:blip r:embed="rId3"/>
          <a:srcRect t="15593" r="21192"/>
          <a:stretch>
            <a:fillRect/>
          </a:stretch>
        </p:blipFill>
        <p:spPr>
          <a:xfrm>
            <a:off x="6575131" y="3453108"/>
            <a:ext cx="1730025" cy="1016388"/>
          </a:xfrm>
          <a:prstGeom prst="round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765776A2-5FDD-4A28-52AE-7D81901C517D}"/>
              </a:ext>
            </a:extLst>
          </p:cNvPr>
          <p:cNvPicPr>
            <a:picLocks/>
          </p:cNvPicPr>
          <p:nvPr/>
        </p:nvPicPr>
        <p:blipFill>
          <a:blip r:embed="rId4"/>
          <a:srcRect l="8058" t="26207" r="1670"/>
          <a:stretch>
            <a:fillRect/>
          </a:stretch>
        </p:blipFill>
        <p:spPr>
          <a:xfrm>
            <a:off x="3391789" y="1670719"/>
            <a:ext cx="1654486" cy="882433"/>
          </a:xfrm>
          <a:prstGeom prst="round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444C9F0-5F1E-5B43-9162-42D53CBAE3E7}"/>
              </a:ext>
            </a:extLst>
          </p:cNvPr>
          <p:cNvPicPr>
            <a:picLocks/>
          </p:cNvPicPr>
          <p:nvPr/>
        </p:nvPicPr>
        <p:blipFill>
          <a:blip r:embed="rId5"/>
          <a:srcRect l="5607" t="5531" b="16733"/>
          <a:stretch>
            <a:fillRect/>
          </a:stretch>
        </p:blipFill>
        <p:spPr>
          <a:xfrm>
            <a:off x="3391789" y="3415759"/>
            <a:ext cx="1730025" cy="1053737"/>
          </a:xfrm>
          <a:prstGeom prst="round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60DF863-453F-A7E2-C424-B62861B90461}"/>
              </a:ext>
            </a:extLst>
          </p:cNvPr>
          <p:cNvPicPr>
            <a:picLocks/>
          </p:cNvPicPr>
          <p:nvPr/>
        </p:nvPicPr>
        <p:blipFill>
          <a:blip r:embed="rId6">
            <a:alphaModFix amt="85000"/>
          </a:blip>
          <a:stretch>
            <a:fillRect/>
          </a:stretch>
        </p:blipFill>
        <p:spPr>
          <a:xfrm>
            <a:off x="3961945" y="1889442"/>
            <a:ext cx="3621978" cy="2264726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21543704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2506879648@qq.com</dc:creator>
  <cp:lastModifiedBy>2506879648@qq.com</cp:lastModifiedBy>
  <cp:revision>3</cp:revision>
  <dcterms:created xsi:type="dcterms:W3CDTF">2026-03-17T06:07:21Z</dcterms:created>
  <dcterms:modified xsi:type="dcterms:W3CDTF">2026-03-17T12:30:13Z</dcterms:modified>
</cp:coreProperties>
</file>