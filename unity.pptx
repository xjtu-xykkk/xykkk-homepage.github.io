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48B5E-16A3-ECB5-B1A1-08FBE05F7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FC5B8A-9F43-E62D-379F-11308BD0C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BD3A6-9677-075D-21A6-91EED10B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37C37-6476-CFC2-FDF6-6B39F8D0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F61EE-BB87-F999-6A43-6BF1AA67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49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BEF39-7B12-BD69-600D-C0954E08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58D53-103D-9080-5029-273F3A43E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F7DB47-E7FA-8DBF-3F4F-3EEAC947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8FDC4-C599-B8D2-5B1E-12BAD696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8991E-4392-6B3A-E374-20AD51D7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07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92E21-5AF6-0EAF-D6A4-33FFA07A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D8C563-1CDA-D459-F0B1-DE2EDF262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2DEDF-38FE-1EA5-2D2B-F0C26147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2CD58D-5D11-3183-C52C-09F74857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20FD5-2F7B-CC3A-DE0F-5AA329F6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93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00E05-8428-54D7-F00C-1804A88A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D5A5EE-819B-88E8-0609-65CB69B54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F7C303-D49D-C1F2-5CCE-3BA80157D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B24722-4CEC-2E42-A3F2-C52C3D56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5B307-92C5-D3AB-87E9-FB4B5E79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49897F-F45B-4E19-2F01-782B2473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7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6BBB0-65B5-D747-EA33-CC67D285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21F9A-B952-9FFE-220A-E23B33528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5E66E6-C3EB-0290-6055-FE80E5AB7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02538B-3C9B-9E46-9540-E56F36B00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882103-CA8F-B660-0840-F53EACE31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3A64B8-580C-ABE9-9C6E-5133C4DD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71C463-72CA-D6E7-6D7C-248ADD6A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CEBE23-2B25-F1CB-56BA-7626EFED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8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B7CD-2FC0-DDA2-1269-D717F0D0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6DF5B5-1918-71F1-5737-A3EB0964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90C5FC-8235-2420-2179-C5719D23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81B5BB-2E50-9E5B-A9A5-CA50E855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8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063B85-645E-E730-78DD-9FD23CC9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09F268-C688-D909-0795-50682E43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E4D9EB-5760-D17D-B61D-87DA23EA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4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8A9A7-1178-521C-7FD1-BAE59307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4E703D-E789-196E-1FEE-B350C9FF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F23E13-B3B7-DC3C-1BF3-24E4AC648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56AC69-F646-8E70-D745-B423865A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B55CFE-A0D7-B34B-CB67-76D830D1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31A4D5-3BB1-8CE2-B94D-A380193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4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60FDE-3000-E774-913C-6FDEE7C2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324A67-36AA-B7CC-7CA8-060229B81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1E3A71-6137-4656-4D8A-A3F9BC82F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52D609-D0FD-42E0-F109-3BF87429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33C12E-9AFB-D021-D9B2-716D711B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73C107-DEC1-49A0-A3A4-44841203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92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C126A-16FC-542B-7925-7331EC8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15F019-A93A-49F5-D5A6-1D9B0EDEC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D558F-043F-2294-A1E7-854BF075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BA92B4-8C54-990F-59F3-8A8A541F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24143-121E-045A-C038-BD9C027E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29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6BE51B-49E3-F027-1F3D-57E30B374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48491-2A24-1BB4-1AAB-8A922A35B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50639-ADBF-796A-39DE-C187B56A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1602F3-9078-B99D-800C-D2BD4098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0EB18-FEE7-D912-E987-E8F6400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54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1786B9-66C4-B566-73EF-389C3DF7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07835-696B-C57F-50A6-BC829F4A4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7C6A68-D3E4-2B2F-A408-A4CEB49D8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20EEE-AE42-4867-827B-ECB45CBCEFA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A755A-3FD5-B583-C387-0E4085EE8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73E20-1973-321F-833B-1170E4471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A437E-D245-4BEE-91EB-5AC0697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06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E863502-14B4-E5FF-3631-69EFEB50D153}"/>
              </a:ext>
            </a:extLst>
          </p:cNvPr>
          <p:cNvPicPr>
            <a:picLocks/>
          </p:cNvPicPr>
          <p:nvPr/>
        </p:nvPicPr>
        <p:blipFill>
          <a:blip r:embed="rId2"/>
          <a:srcRect l="32247" t="42135"/>
          <a:stretch>
            <a:fillRect/>
          </a:stretch>
        </p:blipFill>
        <p:spPr>
          <a:xfrm>
            <a:off x="6620047" y="1670719"/>
            <a:ext cx="1685109" cy="904240"/>
          </a:xfrm>
          <a:prstGeom prst="round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223ABD-EF02-B3F7-2B04-48129A8AE3C4}"/>
              </a:ext>
            </a:extLst>
          </p:cNvPr>
          <p:cNvPicPr>
            <a:picLocks/>
          </p:cNvPicPr>
          <p:nvPr/>
        </p:nvPicPr>
        <p:blipFill>
          <a:blip r:embed="rId3"/>
          <a:srcRect t="15593" r="21192"/>
          <a:stretch>
            <a:fillRect/>
          </a:stretch>
        </p:blipFill>
        <p:spPr>
          <a:xfrm>
            <a:off x="6575131" y="3453108"/>
            <a:ext cx="1730025" cy="1016388"/>
          </a:xfrm>
          <a:prstGeom prst="round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65776A2-5FDD-4A28-52AE-7D81901C517D}"/>
              </a:ext>
            </a:extLst>
          </p:cNvPr>
          <p:cNvPicPr>
            <a:picLocks/>
          </p:cNvPicPr>
          <p:nvPr/>
        </p:nvPicPr>
        <p:blipFill>
          <a:blip r:embed="rId4"/>
          <a:srcRect l="8058" t="26207" r="1670"/>
          <a:stretch>
            <a:fillRect/>
          </a:stretch>
        </p:blipFill>
        <p:spPr>
          <a:xfrm>
            <a:off x="3391789" y="1670719"/>
            <a:ext cx="1654486" cy="882433"/>
          </a:xfrm>
          <a:prstGeom prst="round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44C9F0-5F1E-5B43-9162-42D53CBAE3E7}"/>
              </a:ext>
            </a:extLst>
          </p:cNvPr>
          <p:cNvPicPr>
            <a:picLocks/>
          </p:cNvPicPr>
          <p:nvPr/>
        </p:nvPicPr>
        <p:blipFill>
          <a:blip r:embed="rId5"/>
          <a:srcRect l="5607" t="5531" b="16733"/>
          <a:stretch>
            <a:fillRect/>
          </a:stretch>
        </p:blipFill>
        <p:spPr>
          <a:xfrm>
            <a:off x="3391789" y="3415759"/>
            <a:ext cx="1730025" cy="1053737"/>
          </a:xfrm>
          <a:prstGeom prst="round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0DF863-453F-A7E2-C424-B62861B9046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23" y="2225751"/>
            <a:ext cx="2928831" cy="199986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7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2506879648@qq.com</dc:creator>
  <cp:lastModifiedBy>2506879648@qq.com</cp:lastModifiedBy>
  <cp:revision>2</cp:revision>
  <dcterms:created xsi:type="dcterms:W3CDTF">2026-03-17T06:07:21Z</dcterms:created>
  <dcterms:modified xsi:type="dcterms:W3CDTF">2026-03-17T08:32:12Z</dcterms:modified>
</cp:coreProperties>
</file>